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17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097280"/>
            <a:ext cx="3840480" cy="3840480"/>
          </a:xfrm>
          <a:prstGeom prst="ellipse">
            <a:avLst/>
          </a:prstGeom>
          <a:solidFill>
            <a:srgbClr val="2E7D4F">
              <a:alpha val="45000"/>
            </a:srgbClr>
          </a:solidFill>
          <a:ln w="12700">
            <a:solidFill>
              <a:srgbClr val="2E7D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377440" cy="2377440"/>
          </a:xfrm>
          <a:prstGeom prst="ellipse">
            <a:avLst/>
          </a:prstGeom>
          <a:solidFill>
            <a:srgbClr val="E9A23B">
              <a:alpha val="30000"/>
            </a:srgbClr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ESG INTELIGENTES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AguiaRadar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containerização e deploy em staging e produção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 Ferreira Giatti — RM 565712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de Araujo Favaron — RM 561769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Lorena Santos Comar — RM 566420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Kauany Soares Rodrigues Violin — RM 564605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Pelizari — RM 564883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"Navegando pelo mundo DevOps" · Java 17 · Spring Boot · MongoDB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da solução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commit ao usuário final: cada push na main percorre o mesmo caminho automatizado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029968"/>
            <a:ext cx="274320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41732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0604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GHCR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Docker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029968"/>
            <a:ext cx="274320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41732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EAF3EC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5488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029968"/>
            <a:ext cx="274320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41732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por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7FAF8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de inovação ESG: ideias, projetos, orientações estratégicas, dashboards de ROI e priorização por IA. Autenticação JWT com três perfis (Operador, Gestor, Liderança).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7FAF8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92040" y="3063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adicionado nesta fase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no GitHub Actions, Dockerfile multi-stage, Docker Compose com rede/volume/healthchecks, perfis staging e prod, /actuator/info com versão e smoke test automatizado.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CI/CD — GitHub Actions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.github/workflows/ci-cd.yml · 4 jobs encadeados com "needs"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81328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 testes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9152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verify com JDK 17 e cache Maven. Roda os testes JUnit 5/Mockito e publica relatórios e o .jar.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Gatilho: PR e push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481328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Imagem Docker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359152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 imagem, sobe API + MongoDB com docker compose --wait e executa o smoke test. Publica no ghcr.io.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Gatilho: PR e push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EAF3EC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481328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staging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359152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"staging", aciona o deploy hook do Render com a imagem do commit e valida a URL pública.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Gatilho: push na main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1920240" cy="2926080"/>
          </a:xfrm>
          <a:prstGeom prst="roundRect">
            <a:avLst>
              <a:gd name="adj" fmla="val 3810"/>
            </a:avLst>
          </a:prstGeom>
          <a:solidFill>
            <a:srgbClr val="EAF3EC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481328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produção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359152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aprovação manual, promove a mesma imagem (tags production/latest) e valida produção.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Gatilho: aprovação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qualquer etapa falhar, as seguintes não rodam — nada quebrado chega a staging ou produção.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lógica por trás do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para simular um ambiente de produção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once, deploy many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é gerada uma vez (tag sha-&lt;commit&gt;) e promovida. Produção recebe exatamente o que foi testado em staging.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0876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verificado de verdade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842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smoke test espera /actuator/info mostrar a nova versão e depois testa health, login JWT e rota protegida.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82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Aprovação para produção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758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environment "production" exige revisor: o job 4 pausa até alguém aprovar no GitHub.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20040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182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Segredos fora do código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758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hooks em GitHub Environments; MONGODB_URI e JWT_SECRET no Render. O repositório só tem .env.example.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— arquitetura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orquestra a API e o banco com rede, volume e variáveis de ambiente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EAF3EC"/>
          </a:solidFill>
          <a:ln w="15875">
            <a:solidFill>
              <a:srgbClr val="2E7D4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backend-net (bridge)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JRE 17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${APP_PORT}:8080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/actuator/health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1783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108960" y="18288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mongo:7 com usuário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ping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${MONGO_PORT}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70048" y="2560320"/>
            <a:ext cx="329184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3152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depends_on: service_healthy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3749040"/>
            <a:ext cx="914400" cy="731520"/>
          </a:xfrm>
          <a:prstGeom prst="ca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mongo_data → /data/db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3258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do Dockerfile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Multi-stage: Maven+JDK compila, imagem final só com JRE Alpine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dependências: pom.xml copiado antes do src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como usuário não-root "app"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nativo e JVM limitada a 60% da RAM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(SHA) gravada via ARG APP_VERSION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configurável por variável de ambiente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— comandos e imagem criada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937760" cy="3703320"/>
          </a:xfrm>
          <a:prstGeom prst="roundRect">
            <a:avLst>
              <a:gd name="adj" fmla="val 1975"/>
            </a:avLst>
          </a:prstGeom>
          <a:solidFill>
            <a:srgbClr val="0F1F18"/>
          </a:solidFill>
          <a:ln w="12700">
            <a:solidFill>
              <a:srgbClr val="0F1F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4663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B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ambiente local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 --wait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./scripts/smoke-test.sh http://localhost:8080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staging e produção isolados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-p aguiaradar-staging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--env-file .env.staging up -d --wait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-p aguiaradar-prod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--env-file .env.production up -d --wait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encerrar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-v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Imagem publicada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ghcr.io/kawdevlops/aguiaradar-backend</a:t>
            </a:r>
            <a:endParaRPr lang="en-US" sz="1000" dirty="0"/>
          </a:p>
        </p:txBody>
      </p:sp>
      <p:pic>
        <p:nvPicPr>
          <p:cNvPr id="7" name="Image 0" descr="/home/claude/AguiaRadar-Backend/docs/prints/11-ghcr-im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91640"/>
            <a:ext cx="3017520" cy="21476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sha-e73e8ab · staging · production · latest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— pipeline completo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#2 · commit e73e8ab · todos os jobs concluídos com sucesso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9768" y="1252728"/>
            <a:ext cx="8284464" cy="2401231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5" name="Image 0" descr="/home/claude/AguiaRadar-Backend/docs/prints/01-pipeline-visao-g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23463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68139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 → imagem Docker → staging → produção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56032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66344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aprovados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40690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76656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manual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— build, testes e imagem Docker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978408"/>
            <a:ext cx="3986784" cy="3448574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4" name="Image 0" descr="/home/claude/AguiaRadar-Backend/docs/prints/02-build-te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931920" cy="33937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45441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1: mvn verify com JUnit e Mockito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27448" y="978408"/>
            <a:ext cx="3986784" cy="3408124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7" name="Image 1" descr="/home/claude/AguiaRadar-Backend/docs/prints/03-docker-smo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05840"/>
            <a:ext cx="3931920" cy="33532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44139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2: compose + smoke test + push no GHCR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— deploy em staging e produção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deploy termina com smoke test na URL pública do ambiente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9768" y="1207008"/>
            <a:ext cx="3986784" cy="3423493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5" name="Image 0" descr="/home/claude/AguiaRadar-Backend/docs/prints/04-deploy-sta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931920" cy="33686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65793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3: deploy staging (automático)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27448" y="1207008"/>
            <a:ext cx="3986784" cy="3442022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8" name="Image 1" descr="/home/claude/AguiaRadar-Backend/docs/prints/06-deploy-produ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34440"/>
            <a:ext cx="3931920" cy="33871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54880" y="467646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4: deploy produção (após aprovação)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— aprovação manual para produção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9768" y="932688"/>
            <a:ext cx="4607613" cy="3986784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4" name="Image 0" descr="/home/claude/AguiaRadar-Backend/docs/prints/05-aprovacao-produ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552749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75709" y="1051560"/>
            <a:ext cx="3311091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Portão de qualidade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job 4 fica pausado até um revisor aprovar o environment production no GitHub.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antes da aprovação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testes automatizados, 0 falhas, visíveis no resumo da execução.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imagem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Aprovado, o pipeline promove a imagem já validada em staging (sha-e73e8ab).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— resumo gerado pelo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versão e73e8ab em staging e produção, com aprovação registrada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2882" y="1207008"/>
            <a:ext cx="7678235" cy="3621024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5" name="Image 0" descr="/home/claude/AguiaRadar-Backend/docs/prints/09-resumo-deplo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14" y="1234440"/>
            <a:ext cx="7623371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— staging e produção no 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/actuator/info mostra o ambiente e a versão de cada deploy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</a:t>
            </a: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https://aguiaradar-backend-staging.onrender.com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9768" y="1481328"/>
            <a:ext cx="6732538" cy="1517904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6" name="Image 0" descr="/home/claude/AguiaRadar-Backend/docs/prints/07-staging-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677674" cy="1463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 </a:t>
            </a: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https://aguiaradar-producao.onrender.com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" y="3447288"/>
            <a:ext cx="6470904" cy="1517904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9" name="Image 1" descr="/home/claude/AguiaRadar-Backend/docs/prints/08-producao-in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6416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— serviços no Render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Web Services a partir da mesma imagem Docker, ambos Live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disparados pelo pipeline via Deploy Hook com a imagem sha-e73e8ab · plano Free · status Live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9768" y="1344168"/>
            <a:ext cx="4078224" cy="2104460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6" name="Image 0" descr="/home/claude/AguiaRadar-Backend/docs/prints/10-render-sta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023360" cy="20495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4760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36008" y="1344168"/>
            <a:ext cx="4078224" cy="2110687"/>
          </a:xfrm>
          <a:prstGeom prst="rect">
            <a:avLst/>
          </a:prstGeom>
          <a:solidFill>
            <a:srgbClr val="D5E3D9"/>
          </a:solidFill>
          <a:ln w="12700">
            <a:solidFill>
              <a:srgbClr val="D5E3D9"/>
            </a:solidFill>
            <a:prstDash val="solid"/>
          </a:ln>
        </p:spPr>
      </p:sp>
      <p:pic>
        <p:nvPicPr>
          <p:cNvPr id="9" name="Image 1" descr="/home/claude/AguiaRadar-Backend/docs/prints/12-render-produ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71600"/>
            <a:ext cx="4023360" cy="20558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482287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encontrados e soluções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recusado pelo GitHub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token não tinha o escopo "workflow". Geramos um token com repo + workflow.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7FAF8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sugeriu cluster pago (M10)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Voltamos e escolhemos o M0 gratuito, que atende os dois ambientes.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7FAF8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bloqueado para o Render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IP local estava liberado. Adicionamos 0.0.0.0/0 na IP Access List.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caía ao iniciar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mostrava falha no mongoTemplate. Corrigimos a MONGODB_URI e rodamos só o job que falhou.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botão de aprovar produção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o revisor do environment e desmarcamos "Prevent self-review".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160"/>
            <a:ext cx="4023360" cy="1115568"/>
          </a:xfrm>
          <a:prstGeom prst="roundRect">
            <a:avLst>
              <a:gd name="adj" fmla="val 6557"/>
            </a:avLst>
          </a:prstGeom>
          <a:solidFill>
            <a:srgbClr val="F7FAF8"/>
          </a:solidFill>
          <a:ln w="12700">
            <a:solidFill>
              <a:srgbClr val="D5E3D9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46320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Inicialização lenta no plano free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0233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leva ~100 s para subir; o smoke test espera até 10 min pela versão nova.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1106</Words>
  <Application>Microsoft Office PowerPoint</Application>
  <PresentationFormat>Apresentação na tela (16:9)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AguiaRadar - Cidades ESG Inteligentes - DevOps</dc:title>
  <dc:subject>PptxGenJS Presentation</dc:subject>
  <dc:creator>PptxGenJS</dc:creator>
  <cp:lastModifiedBy>Kauany Soares Rodrigues Violin</cp:lastModifiedBy>
  <cp:revision>2</cp:revision>
  <dcterms:created xsi:type="dcterms:W3CDTF">2026-09-24T13:47:46Z</dcterms:created>
  <dcterms:modified xsi:type="dcterms:W3CDTF">2026-09-24T13:58:31Z</dcterms:modified>
</cp:coreProperties>
</file>